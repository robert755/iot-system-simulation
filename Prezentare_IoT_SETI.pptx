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8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03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06640" y="1554480"/>
            <a:ext cx="1645920" cy="16459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SETI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Monitorizare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Automatizare Industriala IoT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MQTT · MongoDB · API REST · Streamlit · Docker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3200400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1170432" cy="32918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C++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3291840"/>
            <a:ext cx="1170432" cy="32918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32918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3291840"/>
            <a:ext cx="1170432" cy="32918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32918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3291840"/>
            <a:ext cx="1170432" cy="32918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51960" y="32918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3291840"/>
            <a:ext cx="1170432" cy="32918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32918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 in Wokwi (ESP32) · Backend Python in containere 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Proiectului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componente integrate care comunica prin MQTT si REST API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Reteaua IoT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Colectare &amp;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Arduino C++ (Wokwi)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DHT22: temperatura + umiditate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Potentiometru: presiune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LED-uri (status + alarme)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MQTT (PubSubClient)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09728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09728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13048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(Docker)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1389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Procesare &amp; Stocare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755648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procesare.py (Paho MQTT)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(NoSQL)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NumPy: medie/min/max/std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 — Flask REST API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Alertare e-mail SMTP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109728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4496" y="1097280"/>
            <a:ext cx="265176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57416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57416" y="1389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&amp;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088" y="1755648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— Streamlit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grafice Plotly live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la distanta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la 3 secunde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evenimente MongoDB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07792" y="26974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35808" y="2907792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6974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0176" y="2907792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 IoT — ESP32 (Arduino C++)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 in Wokwi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931920" cy="749808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(°C) + Umiditate (%)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545336"/>
            <a:ext cx="9144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5453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3931920" cy="749808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Potentiometru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Presiune simulata 950–1050 hPa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414016"/>
            <a:ext cx="9144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2414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ACTUATORI — 4 LED-uri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298448"/>
            <a:ext cx="4251960" cy="73152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1499616"/>
            <a:ext cx="329184" cy="32918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— Status / Heartbeat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6276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  ·  clipeste la 5s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2139696"/>
            <a:ext cx="4251960" cy="73152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2340864"/>
            <a:ext cx="329184" cy="32918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Albastru — Ventilator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468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  ·  Temp &gt; 30°C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980944"/>
            <a:ext cx="4251960" cy="73152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36592" y="3182112"/>
            <a:ext cx="329184" cy="329184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3054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Rosu — Alarma Umiditate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3101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5  ·  Umiditate &gt; 80%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822192"/>
            <a:ext cx="4251960" cy="73152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36592" y="4023360"/>
            <a:ext cx="329184" cy="329184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3895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Galben — Alarma Presiune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41513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  ·  P &lt; 975 sau &gt; 1025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960120"/>
            <a:ext cx="0" cy="3931920"/>
          </a:xfrm>
          <a:prstGeom prst="line">
            <a:avLst/>
          </a:prstGeom>
          <a:noFill/>
          <a:ln w="1905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Baza de Date &amp; API 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procesare.py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paho-mqtt: abonare la topicuri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Primeste date de la senzori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control (fan/alarma/presiune)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comenzi inapoi pe MQTT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27832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914400"/>
            <a:ext cx="26974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4992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(NoSQL)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258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Colectia 'istoric' — citiri senzori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Colectia 'events' — alarme/comenzi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compus (tip, data)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· MongoDB Atlas cloud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914400"/>
            <a:ext cx="269748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NumPy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 pe ultimele 20 citiri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np.mean / min / max / std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la fiecare 10 mesaje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pentru grafice in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(Flask) — 5 endpoint-uri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/api/latest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Ultimele valori (toate tipurile)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/api/readings/&lt;tip&gt;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Ultimele N citiri pentru grafice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/api/stats/&lt;tip&gt;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Statistici medie / min / 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Jurnal alarme si comenzi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Trimite comanda ON/OFF pe MQTT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Control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731520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 timp real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591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umiditate, presiune cu stare ALERTA / Normal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731520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 Plotly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tab-uri interactive cu evolutia fiecarui senzor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4023360" cy="731520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la distanta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273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butoane ON/OFF: ventilator, alarma, LED presiune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4023360" cy="731520"/>
          </a:xfrm>
          <a:prstGeom prst="rect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77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3s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se actualizeaza automat din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0" cy="3977640"/>
          </a:xfrm>
          <a:prstGeom prst="line">
            <a:avLst/>
          </a:prstGeom>
          <a:noFill/>
          <a:ln w="1905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DOCKER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261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Intreaga aplicatie ruleaza in 3 containere, pornite cu o singura comanda: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40233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4023360" cy="658368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Asculta MQTT + scrie in MongoDB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200400"/>
            <a:ext cx="4023360" cy="658368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— port 5000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77640"/>
            <a:ext cx="4023360" cy="658368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977640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4325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— port 8501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IoT complet: colectare -&gt; procesare -&gt; stocare -&gt; vizualizare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673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Comunicatie MQTT bidirectionala in timp real (date + comenzi)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276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NoSQL (MongoDB Atlas) cu 2 colectii si indexare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07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cu 5 endpoint-uri — arhitectura frontend/backend separata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48386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5112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automat (local pe ESP32) si manual (de la distanta prin dashboard)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08736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reproductibil in Docker + extensie alertare e-mail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SETI ·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multumesc!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15FC8E49-4214-5E7A-7014-6168E171D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99"/>
            <a:ext cx="9144000" cy="453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1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00D9BBED-B687-379E-B7EA-A9B9B13AE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305"/>
            <a:ext cx="9144000" cy="455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3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9DAEDAD5-F918-2722-A37F-59C9F51F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27" y="885589"/>
            <a:ext cx="5696745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5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EDE81538-8F22-1D54-A073-19A08C9A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44"/>
            <a:ext cx="9144000" cy="4560012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5E71EF57-A33F-DFCB-B1FE-543556A8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527" y="291744"/>
            <a:ext cx="4572000" cy="456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1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6A937A9A-1EC0-5980-D8A6-5ABCEEAA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1057063"/>
            <a:ext cx="6001588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0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1838BEFE-1C3E-9B54-6204-CE52598E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384"/>
            <a:ext cx="9144000" cy="45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6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D47D5130-599B-BA15-3D91-E552B357D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01" y="1118985"/>
            <a:ext cx="5896798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0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585</Words>
  <Application>Microsoft Office PowerPoint</Application>
  <PresentationFormat>Expunere pe ecran (16:9)</PresentationFormat>
  <Paragraphs>135</Paragraphs>
  <Slides>13</Slides>
  <Notes>6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IoT SETI</dc:title>
  <dc:subject>PptxGenJS Presentation</dc:subject>
  <dc:creator>PptxGenJS</dc:creator>
  <cp:lastModifiedBy>robert ciceu</cp:lastModifiedBy>
  <cp:revision>3</cp:revision>
  <dcterms:created xsi:type="dcterms:W3CDTF">2026-06-03T11:58:29Z</dcterms:created>
  <dcterms:modified xsi:type="dcterms:W3CDTF">2026-06-03T16:53:30Z</dcterms:modified>
</cp:coreProperties>
</file>